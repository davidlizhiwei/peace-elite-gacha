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乘法口诀表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九九乘法表</a:t>
            </a:r>
          </a:p>
          <a:p>
            <a:r>
              <a:t>中国传统数学启蒙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九九乘法表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1×1=1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1×2=2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2×2=4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1×3=3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2×3=6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3×3=9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1×4=4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2×4=8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3×4=12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4×4=16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1×5=5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2×5=10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3×5=15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4×5=20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5×5=25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1×6=6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2×6=12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3×6=18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4×6=24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5×6=30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6×6=36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1×7=7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2×7=14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3×7=21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4×7=28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5×7=35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6×7=42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7×7=49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1×8=8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2×8=16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3×8=24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4×8=32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5×8=40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6×8=48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7×8=56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8×8=64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1×9=9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2×9=18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3×9=27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4×9=36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5×9=45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6×9=54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7×9=63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8×9=72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9×9=81</a:t>
                      </a:r>
                    </a:p>
                  </a:txBody>
                  <a:tcPr>
                    <a:solidFill>
                      <a:srgbClr val="C8E6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乘法口诀要点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学习要点：</a:t>
            </a:r>
          </a:p>
          <a:p>
            <a:pPr>
              <a:spcAft>
                <a:spcPts val="1000"/>
              </a:spcAft>
              <a:defRPr sz="1600"/>
            </a:pPr>
            <a:r>
              <a:t>• 共 81 句口诀，从 1×1=1 到 9×9=81</a:t>
            </a:r>
          </a:p>
          <a:p>
            <a:pPr>
              <a:spcAft>
                <a:spcPts val="1000"/>
              </a:spcAft>
              <a:defRPr sz="1600"/>
            </a:pPr>
            <a:r>
              <a:t>• 每行口诀数量递增：第 1 行 1 句，第 9 行 9 句</a:t>
            </a:r>
          </a:p>
          <a:p>
            <a:pPr>
              <a:spcAft>
                <a:spcPts val="1000"/>
              </a:spcAft>
              <a:defRPr sz="1600"/>
            </a:pPr>
            <a:r>
              <a:t>• 乘法交换律：a×b = b×a</a:t>
            </a:r>
          </a:p>
          <a:p>
            <a:pPr>
              <a:spcAft>
                <a:spcPts val="1000"/>
              </a:spcAft>
              <a:defRPr sz="1600"/>
            </a:pPr>
            <a:r>
              <a:t>• 对角线上的数是平方数：1,4,9,16,25,36,49,64,81</a:t>
            </a:r>
          </a:p>
          <a:p>
            <a:pPr>
              <a:spcAft>
                <a:spcPts val="1000"/>
              </a:spcAft>
              <a:defRPr sz="1600"/>
            </a:pPr>
            <a:r>
              <a:t>• 5 的倍数结尾只有 0 或 5</a:t>
            </a:r>
          </a:p>
          <a:p>
            <a:pPr>
              <a:spcAft>
                <a:spcPts val="1000"/>
              </a:spcAft>
              <a:defRPr sz="1600"/>
            </a:pPr>
            <a:r>
              <a:t>• 9 的倍数各位数字之和为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